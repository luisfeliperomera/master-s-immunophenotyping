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media/image1.tif" ContentType="image/tiff"/>
  <Override PartName="/ppt/media/image2.tif" ContentType="image/tiff"/>
  <Override PartName="/ppt/media/image3.tif" ContentType="image/tiff"/>
  <Override PartName="/ppt/media/image4.tif" ContentType="image/tiff"/>
  <Override PartName="/ppt/media/image10.tif" ContentType="image/tiff"/>
  <Override PartName="/ppt/media/image5.tif" ContentType="image/tiff"/>
  <Override PartName="/ppt/media/image11.tif" ContentType="image/tiff"/>
  <Override PartName="/ppt/media/image6.tif" ContentType="image/tiff"/>
  <Override PartName="/ppt/media/image7.tif" ContentType="image/tiff"/>
  <Override PartName="/ppt/media/image12.tif" ContentType="image/tiff"/>
  <Override PartName="/ppt/media/image8.tif" ContentType="image/tiff"/>
  <Override PartName="/ppt/media/image13.tif" ContentType="image/tiff"/>
  <Override PartName="/ppt/media/image9.tif" ContentType="image/tiff"/>
  <Override PartName="/ppt/media/image14.tif" ContentType="image/tiff"/>
  <Override PartName="/ppt/media/image15.tif" ContentType="image/tiff"/>
  <Override PartName="/ppt/media/image16.tif" ContentType="image/tiff"/>
  <Override PartName="/ppt/media/image17.tif" ContentType="image/tiff"/>
  <Override PartName="/ppt/media/image18.tif" ContentType="image/tiff"/>
  <Override PartName="/ppt/media/image19.tif" ContentType="image/tiff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335AC-A068-457E-A9D0-F355F2A6A4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3008CA-6CD0-439F-8B8C-943B9B0428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146A92-13B6-4A61-A94A-027619E9A8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63D707-E9BC-4694-A3C5-3F11EC91D5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7BDF36-475A-43E4-9FAC-E7E8990AFC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0FE75D-80FA-4BB6-B529-72EC516676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76E20-23A7-4824-834D-58B3AEE51C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28D35-8930-49B9-89F3-F64B5AC5F5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D60E13-9879-4671-A51B-0994909693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AF33A-58EF-4016-9EB7-C563759A91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1B8BAB-C96E-4F27-B205-18D015C069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723E00-87B2-4E8D-9453-6037260212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500490-2F91-4E5E-9380-370753CFB4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0316C7-99AC-4DEE-9181-88501DED14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8C5233-BF2C-4865-9A1F-340D5FCF61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B18028-2B94-495D-AAB3-AFA4871798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4CC394-68E6-4739-B44B-03C78527E2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C7B78D-DAFB-4B6E-9171-7F0F7E6A4A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50EAD0-1D5A-4D87-BF97-3B0239BEFC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1DE1AE-4E84-49AD-BBAE-61ADF82A72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8714E8-AFBD-45B0-8531-B678570C6E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7616B2-797D-45FA-B3F3-B14D214773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2735B1-5CCE-442F-99DF-03B776E7F1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17CC11-A57F-4B78-8358-5148CC7468D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&lt;data/hora&gt;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E79CD6-D4FA-4985-BF44-45959523495A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Clique para editar o formato de texto dos tópicos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2.º nível de tópicos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3.º nível de tópicos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4.º nível de tópicos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&lt;data/hora&gt;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75C904-2F9A-47C2-A5B9-AC71A16C4329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tif"/><Relationship Id="rId2" Type="http://schemas.openxmlformats.org/officeDocument/2006/relationships/image" Target="../media/image2.tif"/><Relationship Id="rId3" Type="http://schemas.openxmlformats.org/officeDocument/2006/relationships/image" Target="../media/image3.tif"/><Relationship Id="rId4" Type="http://schemas.openxmlformats.org/officeDocument/2006/relationships/image" Target="../media/image4.tif"/><Relationship Id="rId5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tif"/><Relationship Id="rId2" Type="http://schemas.openxmlformats.org/officeDocument/2006/relationships/image" Target="../media/image5.tif"/><Relationship Id="rId3" Type="http://schemas.openxmlformats.org/officeDocument/2006/relationships/image" Target="../media/image6.tif"/><Relationship Id="rId4" Type="http://schemas.openxmlformats.org/officeDocument/2006/relationships/image" Target="../media/image7.tif"/><Relationship Id="rId5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tif"/><Relationship Id="rId2" Type="http://schemas.openxmlformats.org/officeDocument/2006/relationships/image" Target="../media/image9.tif"/><Relationship Id="rId3" Type="http://schemas.openxmlformats.org/officeDocument/2006/relationships/image" Target="../media/image10.tif"/><Relationship Id="rId4" Type="http://schemas.openxmlformats.org/officeDocument/2006/relationships/image" Target="../media/image11.tif"/><Relationship Id="rId5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tif"/><Relationship Id="rId2" Type="http://schemas.openxmlformats.org/officeDocument/2006/relationships/image" Target="../media/image13.tif"/><Relationship Id="rId3" Type="http://schemas.openxmlformats.org/officeDocument/2006/relationships/image" Target="../media/image14.tif"/><Relationship Id="rId4" Type="http://schemas.openxmlformats.org/officeDocument/2006/relationships/image" Target="../media/image15.tif"/><Relationship Id="rId5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6.tif"/><Relationship Id="rId2" Type="http://schemas.openxmlformats.org/officeDocument/2006/relationships/image" Target="../media/image17.tif"/><Relationship Id="rId3" Type="http://schemas.openxmlformats.org/officeDocument/2006/relationships/image" Target="../media/image18.tif"/><Relationship Id="rId4" Type="http://schemas.openxmlformats.org/officeDocument/2006/relationships/image" Target="../media/image19.tif"/><Relationship Id="rId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"/>
          <p:cNvPicPr/>
          <p:nvPr/>
        </p:nvPicPr>
        <p:blipFill>
          <a:blip r:embed="rId1"/>
          <a:stretch/>
        </p:blipFill>
        <p:spPr>
          <a:xfrm>
            <a:off x="226800" y="732600"/>
            <a:ext cx="2957400" cy="280656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4" descr=""/>
          <p:cNvPicPr/>
          <p:nvPr/>
        </p:nvPicPr>
        <p:blipFill>
          <a:blip r:embed="rId2"/>
          <a:stretch/>
        </p:blipFill>
        <p:spPr>
          <a:xfrm>
            <a:off x="3312720" y="732600"/>
            <a:ext cx="2819160" cy="267552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6" descr=""/>
          <p:cNvPicPr/>
          <p:nvPr/>
        </p:nvPicPr>
        <p:blipFill>
          <a:blip r:embed="rId3"/>
          <a:stretch/>
        </p:blipFill>
        <p:spPr>
          <a:xfrm>
            <a:off x="6466680" y="732600"/>
            <a:ext cx="2549520" cy="248364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7" descr=""/>
          <p:cNvPicPr/>
          <p:nvPr/>
        </p:nvPicPr>
        <p:blipFill>
          <a:blip r:embed="rId4"/>
          <a:stretch/>
        </p:blipFill>
        <p:spPr>
          <a:xfrm>
            <a:off x="9218520" y="732600"/>
            <a:ext cx="2746440" cy="2675520"/>
          </a:xfrm>
          <a:prstGeom prst="rect">
            <a:avLst/>
          </a:prstGeom>
          <a:ln w="0">
            <a:noFill/>
          </a:ln>
        </p:spPr>
      </p:pic>
      <p:cxnSp>
        <p:nvCxnSpPr>
          <p:cNvPr id="86" name="Straight Arrow Connector 13"/>
          <p:cNvCxnSpPr/>
          <p:nvPr/>
        </p:nvCxnSpPr>
        <p:spPr>
          <a:xfrm>
            <a:off x="2340360" y="2813400"/>
            <a:ext cx="1044720" cy="3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cxnSp>
        <p:nvCxnSpPr>
          <p:cNvPr id="87" name="Straight Arrow Connector 17"/>
          <p:cNvCxnSpPr/>
          <p:nvPr/>
        </p:nvCxnSpPr>
        <p:spPr>
          <a:xfrm>
            <a:off x="4796280" y="1831680"/>
            <a:ext cx="1045080" cy="360"/>
          </a:xfrm>
          <a:prstGeom prst="straightConnector1">
            <a:avLst/>
          </a:prstGeom>
          <a:ln>
            <a:solidFill>
              <a:srgbClr val="000000"/>
            </a:solidFill>
            <a:tailEnd len="med" type="triangle" w="med"/>
          </a:ln>
        </p:spPr>
      </p:cxnSp>
      <p:sp>
        <p:nvSpPr>
          <p:cNvPr id="88" name="TextBox 18"/>
          <p:cNvSpPr/>
          <p:nvPr/>
        </p:nvSpPr>
        <p:spPr>
          <a:xfrm>
            <a:off x="6910920" y="291600"/>
            <a:ext cx="2373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Live CD45</a:t>
            </a:r>
            <a:r>
              <a:rPr b="0" lang="en-US" sz="1800" spc="-1" strike="noStrike" baseline="30000">
                <a:solidFill>
                  <a:schemeClr val="dk1"/>
                </a:solidFill>
                <a:latin typeface="Aptos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9700920" y="292680"/>
            <a:ext cx="2373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CD45</a:t>
            </a:r>
            <a:r>
              <a:rPr b="0" lang="en-US" sz="1800" spc="-1" strike="noStrike" baseline="30000">
                <a:solidFill>
                  <a:schemeClr val="dk1"/>
                </a:solidFill>
                <a:latin typeface="Aptos"/>
              </a:rPr>
              <a:t>+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CD3</a:t>
            </a:r>
            <a:r>
              <a:rPr b="0" lang="en-US" sz="1800" spc="-1" strike="noStrike" baseline="30000">
                <a:solidFill>
                  <a:schemeClr val="dk1"/>
                </a:solidFill>
                <a:latin typeface="Aptos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3" descr=""/>
          <p:cNvPicPr/>
          <p:nvPr/>
        </p:nvPicPr>
        <p:blipFill>
          <a:blip r:embed="rId1"/>
          <a:stretch/>
        </p:blipFill>
        <p:spPr>
          <a:xfrm>
            <a:off x="244800" y="1619640"/>
            <a:ext cx="2745360" cy="267444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4" descr=""/>
          <p:cNvPicPr/>
          <p:nvPr/>
        </p:nvPicPr>
        <p:blipFill>
          <a:blip r:embed="rId2"/>
          <a:stretch/>
        </p:blipFill>
        <p:spPr>
          <a:xfrm>
            <a:off x="3143160" y="1619640"/>
            <a:ext cx="2745360" cy="267444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5" descr=""/>
          <p:cNvPicPr/>
          <p:nvPr/>
        </p:nvPicPr>
        <p:blipFill>
          <a:blip r:embed="rId3"/>
          <a:stretch/>
        </p:blipFill>
        <p:spPr>
          <a:xfrm>
            <a:off x="6093360" y="1619640"/>
            <a:ext cx="2642400" cy="257436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6" descr=""/>
          <p:cNvPicPr/>
          <p:nvPr/>
        </p:nvPicPr>
        <p:blipFill>
          <a:blip r:embed="rId4"/>
          <a:stretch/>
        </p:blipFill>
        <p:spPr>
          <a:xfrm>
            <a:off x="8819640" y="1619640"/>
            <a:ext cx="2745360" cy="2674440"/>
          </a:xfrm>
          <a:prstGeom prst="rect">
            <a:avLst/>
          </a:prstGeom>
          <a:ln w="0">
            <a:noFill/>
          </a:ln>
        </p:spPr>
      </p:pic>
      <p:sp>
        <p:nvSpPr>
          <p:cNvPr id="94" name="TextBox 8"/>
          <p:cNvSpPr/>
          <p:nvPr/>
        </p:nvSpPr>
        <p:spPr>
          <a:xfrm>
            <a:off x="430560" y="419400"/>
            <a:ext cx="2373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Live CD45</a:t>
            </a:r>
            <a:r>
              <a:rPr b="0" lang="en-US" sz="1800" spc="-1" strike="noStrike" baseline="30000">
                <a:solidFill>
                  <a:schemeClr val="dk1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CD3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401760" y="12747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 + 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3514680" y="1231560"/>
            <a:ext cx="2373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12"/>
          <p:cNvSpPr/>
          <p:nvPr/>
        </p:nvSpPr>
        <p:spPr>
          <a:xfrm>
            <a:off x="6095880" y="12315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8991720" y="1231560"/>
            <a:ext cx="302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Control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8"/>
          <p:cNvSpPr/>
          <p:nvPr/>
        </p:nvSpPr>
        <p:spPr>
          <a:xfrm>
            <a:off x="430560" y="419400"/>
            <a:ext cx="2373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Live CD45</a:t>
            </a:r>
            <a:r>
              <a:rPr b="0" lang="en-US" sz="1800" spc="-1" strike="noStrike" baseline="30000">
                <a:solidFill>
                  <a:schemeClr val="dk1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CD3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CD8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401760" y="12747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 + 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3514680" y="1231560"/>
            <a:ext cx="2373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6095880" y="12315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8991720" y="1231560"/>
            <a:ext cx="302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Control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2" descr=""/>
          <p:cNvPicPr/>
          <p:nvPr/>
        </p:nvPicPr>
        <p:blipFill>
          <a:blip r:embed="rId1"/>
          <a:stretch/>
        </p:blipFill>
        <p:spPr>
          <a:xfrm>
            <a:off x="3362760" y="1755000"/>
            <a:ext cx="2401560" cy="230976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7" descr=""/>
          <p:cNvPicPr/>
          <p:nvPr/>
        </p:nvPicPr>
        <p:blipFill>
          <a:blip r:embed="rId2"/>
          <a:stretch/>
        </p:blipFill>
        <p:spPr>
          <a:xfrm>
            <a:off x="6258240" y="1755000"/>
            <a:ext cx="2401560" cy="230976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11" descr=""/>
          <p:cNvPicPr/>
          <p:nvPr/>
        </p:nvPicPr>
        <p:blipFill>
          <a:blip r:embed="rId3"/>
          <a:stretch/>
        </p:blipFill>
        <p:spPr>
          <a:xfrm>
            <a:off x="9055080" y="1755000"/>
            <a:ext cx="2401560" cy="230976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14" descr=""/>
          <p:cNvPicPr/>
          <p:nvPr/>
        </p:nvPicPr>
        <p:blipFill>
          <a:blip r:embed="rId4"/>
          <a:stretch/>
        </p:blipFill>
        <p:spPr>
          <a:xfrm>
            <a:off x="496080" y="1755000"/>
            <a:ext cx="2307240" cy="221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8"/>
          <p:cNvSpPr/>
          <p:nvPr/>
        </p:nvSpPr>
        <p:spPr>
          <a:xfrm>
            <a:off x="303840" y="613080"/>
            <a:ext cx="3778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Live CD45</a:t>
            </a:r>
            <a:r>
              <a:rPr b="0" lang="en-US" sz="1800" spc="-1" strike="noStrike" baseline="30000">
                <a:solidFill>
                  <a:schemeClr val="dk1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CD3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CD8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TIM3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PD1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401760" y="12747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 + 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3514680" y="1231560"/>
            <a:ext cx="2373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6095880" y="12315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8991720" y="1231560"/>
            <a:ext cx="302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Control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Picture 3" descr=""/>
          <p:cNvPicPr/>
          <p:nvPr/>
        </p:nvPicPr>
        <p:blipFill>
          <a:blip r:embed="rId1"/>
          <a:stretch/>
        </p:blipFill>
        <p:spPr>
          <a:xfrm>
            <a:off x="401760" y="1755000"/>
            <a:ext cx="2361600" cy="230076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5" descr=""/>
          <p:cNvPicPr/>
          <p:nvPr/>
        </p:nvPicPr>
        <p:blipFill>
          <a:blip r:embed="rId2"/>
          <a:stretch/>
        </p:blipFill>
        <p:spPr>
          <a:xfrm>
            <a:off x="3360960" y="1755000"/>
            <a:ext cx="2361600" cy="230076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6" descr=""/>
          <p:cNvPicPr/>
          <p:nvPr/>
        </p:nvPicPr>
        <p:blipFill>
          <a:blip r:embed="rId3"/>
          <a:stretch/>
        </p:blipFill>
        <p:spPr>
          <a:xfrm>
            <a:off x="6256440" y="1755000"/>
            <a:ext cx="2361600" cy="230076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15" descr=""/>
          <p:cNvPicPr/>
          <p:nvPr/>
        </p:nvPicPr>
        <p:blipFill>
          <a:blip r:embed="rId4"/>
          <a:stretch/>
        </p:blipFill>
        <p:spPr>
          <a:xfrm>
            <a:off x="9282240" y="1755000"/>
            <a:ext cx="2231640" cy="217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8"/>
          <p:cNvSpPr/>
          <p:nvPr/>
        </p:nvSpPr>
        <p:spPr>
          <a:xfrm>
            <a:off x="430560" y="419400"/>
            <a:ext cx="2373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Live CD45</a:t>
            </a:r>
            <a:r>
              <a:rPr b="0" lang="en-US" sz="1800" spc="-1" strike="noStrike" baseline="30000">
                <a:solidFill>
                  <a:schemeClr val="dk1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CD3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r>
              <a:rPr b="1" lang="en-US" sz="1800" spc="-1" strike="noStrike">
                <a:solidFill>
                  <a:srgbClr val="ffc000"/>
                </a:solidFill>
                <a:latin typeface="Aptos"/>
              </a:rPr>
              <a:t>CD4</a:t>
            </a:r>
            <a:r>
              <a:rPr b="1" lang="en-US" sz="1800" spc="-1" strike="noStrike" baseline="30000">
                <a:solidFill>
                  <a:srgbClr val="ffc000"/>
                </a:solidFill>
                <a:latin typeface="Aptos"/>
              </a:rPr>
              <a:t>+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9"/>
          <p:cNvSpPr/>
          <p:nvPr/>
        </p:nvSpPr>
        <p:spPr>
          <a:xfrm>
            <a:off x="401760" y="12747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 + 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3514680" y="1231560"/>
            <a:ext cx="2373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Antibody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2"/>
          <p:cNvSpPr/>
          <p:nvPr/>
        </p:nvSpPr>
        <p:spPr>
          <a:xfrm>
            <a:off x="6095880" y="1231560"/>
            <a:ext cx="3024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Chemotherapy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3"/>
          <p:cNvSpPr/>
          <p:nvPr/>
        </p:nvSpPr>
        <p:spPr>
          <a:xfrm>
            <a:off x="8991720" y="1231560"/>
            <a:ext cx="302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Control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1" descr=""/>
          <p:cNvPicPr/>
          <p:nvPr/>
        </p:nvPicPr>
        <p:blipFill>
          <a:blip r:embed="rId1"/>
          <a:stretch/>
        </p:blipFill>
        <p:spPr>
          <a:xfrm>
            <a:off x="9120240" y="1755000"/>
            <a:ext cx="2483640" cy="238896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3" descr=""/>
          <p:cNvPicPr/>
          <p:nvPr/>
        </p:nvPicPr>
        <p:blipFill>
          <a:blip r:embed="rId2"/>
          <a:stretch/>
        </p:blipFill>
        <p:spPr>
          <a:xfrm>
            <a:off x="430920" y="1818360"/>
            <a:ext cx="2552040" cy="245448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4" descr=""/>
          <p:cNvPicPr/>
          <p:nvPr/>
        </p:nvPicPr>
        <p:blipFill>
          <a:blip r:embed="rId3"/>
          <a:stretch/>
        </p:blipFill>
        <p:spPr>
          <a:xfrm>
            <a:off x="3254760" y="1755000"/>
            <a:ext cx="2483640" cy="238896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5" descr=""/>
          <p:cNvPicPr/>
          <p:nvPr/>
        </p:nvPicPr>
        <p:blipFill>
          <a:blip r:embed="rId4"/>
          <a:stretch/>
        </p:blipFill>
        <p:spPr>
          <a:xfrm>
            <a:off x="6095880" y="1755000"/>
            <a:ext cx="2483640" cy="238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LibreOffice/7.6.1.2$Windows_X86_64 LibreOffice_project/f5defcebd022c5bc36bbb79be232cb6926d8f674</Application>
  <AppVersion>15.0000</AppVersion>
  <Words>61</Words>
  <Paragraphs>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2026-05-12T00:06:03Z</dcterms:created>
  <dc:creator>Braz De Melo, Heloisa Antoniella</dc:creator>
  <dc:description/>
  <dc:language>en-US</dc:language>
  <cp:lastModifiedBy>Braz De Melo, Heloisa Antoniella</cp:lastModifiedBy>
  <dcterms:modified xsi:type="dcterms:W3CDTF">2026-05-12T00:30:47Z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</vt:i4>
  </property>
</Properties>
</file>